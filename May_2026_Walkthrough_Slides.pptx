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228600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May 2026 Clinical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B323"/>
                </a:solidFill>
              </a:rPr>
              <a:t>Multi-Site Quality Review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Sites Visited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Princeton  –  May 6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Bethesda  –  May 13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Bowie  –  May 14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Key Themes &amp; Action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11274552" cy="73152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Princeton  |  May 6,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Princeton – Clinic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20 patients  •  16 scans  •  3 techs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C0392B"/>
                </a:solidFill>
              </a:rPr>
              <a:t>▸  Issues &amp; Complaints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Medications not labeled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Storage room could use an additional shelf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Princeton – Varithena (Cortney)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20 minutes total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Measured all artifact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DVT r/o performed before procedure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Optisign video played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Consents signed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Sharps disposed of properly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Time-out performed out loud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Areas for Improvement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Scanned SSV but documented as GSV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Patient felt experience focused on cosmetics — not her concern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Princeton – Varithena (McKinley)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8 minutes total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Talk ran 12 minutes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Presenter not fully confident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"Knock on wood" language used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1 hour total appointment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Consents signed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Sharps disposed of properly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Time-out performed out 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Princeton – RFA (Jen)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23 minutes total  (13 min for RFA)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Scan took 40 minutes  –  1 hr total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Optisign video NOT played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Initially refused scan-assist; accepted after trial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Consent signed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Sharps disposed of properly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Time-out performed out loud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Initials: Jen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11274552" cy="73152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Bethesda  |  May 13,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Bethesda – Clinic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26 patients  •  18 scans  •  3 techs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C0392B"/>
                </a:solidFill>
              </a:rPr>
              <a:t>▸  Issues &amp; Complaints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Front desk rooms all patients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Techs prep RFAs independently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Medications not labeled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Bethesda – Varithena + US (Rob)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24 minutes total  (8 min for Varithena)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All consents signed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Varithena tray set-up was efficient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Rob was very outgoing with patient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Sharps disposed of properly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Time-out NOT performed out loud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Bethesda – US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14 minutes total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Thoroughly explained findings to patient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Folder given by front desk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Optisign video played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Note completed properly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No iPad available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Bethesda – RFA + US (Dr. Green / Ruth – Training)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40 minutes total  (14 min for RFA)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Consent signed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Sharps disposed of properly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Note completed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Time-out NOT performed out loud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Wrong note opened initially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US note not completed properly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11274552" cy="73152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Bowie  |  May 14,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Bowie – Clinic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C0392B"/>
                </a:solidFill>
              </a:rPr>
              <a:t>▸  Issues &amp; Complaints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Front desk rooms all patients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RFA times are stretched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Techs prep RFAs independently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Bowie – RFA + US (Case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55 minutes total  (15 min for RFA)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Sharps disposed of properly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Topical lidocaine used — vein smaller, no access issues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Time-out NOT performed out loud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16g needle used before intro noted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Physician bent over during ablation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Sonographer assisting patient cleaning — limits availability for next appt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Bowie – RFA + US (Case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1.5 hours total  (RFA 35 min)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Sharps disposed of properly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Time-out NOT performed out loud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RFA performed before post-scan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Multiple failed access attempts on GSV  →  switched to SSV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Physician repeatedly looked to observer for guidance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US note not completed properly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Bowie – US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10 minutes total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Thoroughly explained findings to patient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Folder given by front desk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Optisign video played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Note completed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No iPad available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11274552" cy="73152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Key Themes &amp; Action Items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Recurring Issues Across All 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C0392B"/>
                </a:solidFill>
              </a:rPr>
              <a:t>▸  🔴  Critical — Address Immediately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Medications NOT labeled at all sites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C0392B"/>
                </a:solidFill>
              </a:rPr>
              <a:t>    • Time-out NOT performed out loud (multiple sites)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🟡  Operational Concerns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Front desk rooming patients (Bethesda, Bowie)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Techs prepping RFAs independently (Bethesda, Bowie)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No iPad for US reviews (Bethesda, Bowie)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F3564"/>
                </a:solidFill>
              </a:rPr>
              <a:t>    • Optisign video not played in some cases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1A8C4E"/>
                </a:solidFill>
              </a:rPr>
              <a:t>▸  🟢  Positive Observations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Sharps disposal consistently compliant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Most consents signed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1A8C4E"/>
                </a:solidFill>
              </a:rPr>
              <a:t>    • Patient education thorough in US reviews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0B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Action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C0392B"/>
                </a:solidFill>
              </a:rPr>
              <a:t>▸  Label ALL medications — no exceptions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C0392B"/>
                </a:solidFill>
              </a:rPr>
              <a:t>▸  Reinforce time-out protocol — must be performed out loud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Clarify front desk vs. tech rooming responsibilities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Ensure Optisign video is played for every eligible patient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Provide iPads at Bethesda and Bowie for US reviews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Address RFA documentation workflow — correct note, US notes complete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Coach McKinley on procedure talk confidence and timing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1F3564"/>
                </a:solidFill>
              </a:rPr>
              <a:t>▸  Bowie: review RFA sequencing (post-scan should follow RFA)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